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5074920"/>
  <p:notesSz cx="507492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20240"/>
            <a:ext cx="5394960" cy="1737360"/>
          </a:xfrm>
          <a:prstGeom prst="ellipse">
            <a:avLst/>
          </a:prstGeom>
          <a:solidFill>
            <a:srgbClr val="F2F5F1"/>
          </a:solidFill>
          <a:ln w="12700">
            <a:solidFill>
              <a:srgbClr val="BFCBBF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806440" y="1920240"/>
            <a:ext cx="5394960" cy="1737360"/>
          </a:xfrm>
          <a:prstGeom prst="ellipse">
            <a:avLst/>
          </a:prstGeom>
          <a:solidFill>
            <a:srgbClr val="F2F5F1"/>
          </a:solidFill>
          <a:ln w="12700">
            <a:solidFill>
              <a:srgbClr val="BFCBB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806440" y="1874520"/>
            <a:ext cx="0" cy="1801368"/>
          </a:xfrm>
          <a:prstGeom prst="line">
            <a:avLst/>
          </a:prstGeom>
          <a:noFill/>
          <a:ln w="12700">
            <a:solidFill>
              <a:srgbClr val="9A9A9A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5349240" y="36941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boundary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532888"/>
            <a:ext cx="347472" cy="34747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4" y="3108960"/>
            <a:ext cx="243852" cy="3657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475" y="2889504"/>
            <a:ext cx="422091" cy="402336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650" y="2724912"/>
            <a:ext cx="163659" cy="27432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595" y="2907792"/>
            <a:ext cx="422091" cy="402336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570" y="3246120"/>
            <a:ext cx="163659" cy="27432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7874" y="2834640"/>
            <a:ext cx="243852" cy="36576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4" y="2624328"/>
            <a:ext cx="347472" cy="34747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6868" y="2103120"/>
            <a:ext cx="402905" cy="384048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558" y="1865376"/>
            <a:ext cx="225524" cy="237744"/>
          </a:xfrm>
          <a:prstGeom prst="rect">
            <a:avLst/>
          </a:prstGeom>
        </p:spPr>
      </p:pic>
      <p:sp>
        <p:nvSpPr>
          <p:cNvPr id="16" name="Shape 4"/>
          <p:cNvSpPr/>
          <p:nvPr/>
        </p:nvSpPr>
        <p:spPr>
          <a:xfrm rot="3267739">
            <a:off x="2475738" y="1465608"/>
            <a:ext cx="210312" cy="1297884"/>
          </a:xfrm>
          <a:prstGeom prst="triangle">
            <a:avLst/>
          </a:prstGeom>
          <a:solidFill>
            <a:srgbClr val="8A8A8A">
              <a:alpha val="38000"/>
            </a:srgbClr>
          </a:solidFill>
          <a:ln w="9525">
            <a:solidFill>
              <a:srgbClr val="8A8A8A">
                <a:alpha val="75000"/>
              </a:srgbClr>
            </a:solidFill>
            <a:prstDash val="solid"/>
          </a:ln>
        </p:spPr>
      </p:sp>
      <p:sp>
        <p:nvSpPr>
          <p:cNvPr id="17" name="Shape 5"/>
          <p:cNvSpPr/>
          <p:nvPr/>
        </p:nvSpPr>
        <p:spPr>
          <a:xfrm>
            <a:off x="1842516" y="2500884"/>
            <a:ext cx="155448" cy="155448"/>
          </a:xfrm>
          <a:prstGeom prst="line">
            <a:avLst/>
          </a:prstGeom>
          <a:noFill/>
          <a:ln w="31750">
            <a:solidFill>
              <a:srgbClr val="8A8A8A"/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 flipV="1">
            <a:off x="1842516" y="2500884"/>
            <a:ext cx="155448" cy="155448"/>
          </a:xfrm>
          <a:prstGeom prst="line">
            <a:avLst/>
          </a:prstGeom>
          <a:noFill/>
          <a:ln w="31750">
            <a:solidFill>
              <a:srgbClr val="8A8A8A"/>
            </a:solidFill>
            <a:prstDash val="solid"/>
          </a:ln>
        </p:spPr>
      </p:sp>
      <p:sp>
        <p:nvSpPr>
          <p:cNvPr id="19" name="Shape 7"/>
          <p:cNvSpPr/>
          <p:nvPr/>
        </p:nvSpPr>
        <p:spPr>
          <a:xfrm rot="5587328">
            <a:off x="2605126" y="1301858"/>
            <a:ext cx="182880" cy="826015"/>
          </a:xfrm>
          <a:prstGeom prst="triangle">
            <a:avLst/>
          </a:prstGeom>
          <a:solidFill>
            <a:srgbClr val="338C40">
              <a:alpha val="52000"/>
            </a:srgbClr>
          </a:solidFill>
          <a:ln w="9525">
            <a:solidFill>
              <a:srgbClr val="338C40">
                <a:alpha val="75000"/>
              </a:srgbClr>
            </a:solidFill>
            <a:prstDash val="solid"/>
          </a:ln>
        </p:spPr>
      </p:sp>
      <p:sp>
        <p:nvSpPr>
          <p:cNvPr id="20" name="Shape 8"/>
          <p:cNvSpPr/>
          <p:nvPr/>
        </p:nvSpPr>
        <p:spPr>
          <a:xfrm rot="1959655">
            <a:off x="1645920" y="1575329"/>
            <a:ext cx="182880" cy="1355505"/>
          </a:xfrm>
          <a:prstGeom prst="triangle">
            <a:avLst/>
          </a:prstGeom>
          <a:solidFill>
            <a:srgbClr val="338C40">
              <a:alpha val="52000"/>
            </a:srgbClr>
          </a:solidFill>
          <a:ln w="9525">
            <a:solidFill>
              <a:srgbClr val="338C40">
                <a:alpha val="75000"/>
              </a:srgbClr>
            </a:solidFill>
            <a:prstDash val="solid"/>
          </a:ln>
        </p:spPr>
      </p:sp>
      <p:sp>
        <p:nvSpPr>
          <p:cNvPr id="21" name="Shape 9"/>
          <p:cNvSpPr/>
          <p:nvPr/>
        </p:nvSpPr>
        <p:spPr>
          <a:xfrm rot="5017031">
            <a:off x="7144207" y="627586"/>
            <a:ext cx="237744" cy="2497161"/>
          </a:xfrm>
          <a:prstGeom prst="triangle">
            <a:avLst/>
          </a:prstGeom>
          <a:solidFill>
            <a:srgbClr val="0073BA">
              <a:alpha val="45000"/>
            </a:srgbClr>
          </a:solidFill>
          <a:ln w="9525">
            <a:solidFill>
              <a:srgbClr val="0073BA">
                <a:alpha val="75000"/>
              </a:srgbClr>
            </a:solidFill>
            <a:prstDash val="solid"/>
          </a:ln>
        </p:spPr>
      </p:sp>
      <p:sp>
        <p:nvSpPr>
          <p:cNvPr id="22" name="Shape 10"/>
          <p:cNvSpPr/>
          <p:nvPr/>
        </p:nvSpPr>
        <p:spPr>
          <a:xfrm rot="-5017031">
            <a:off x="3826307" y="989469"/>
            <a:ext cx="237744" cy="1682869"/>
          </a:xfrm>
          <a:prstGeom prst="triangle">
            <a:avLst/>
          </a:prstGeom>
          <a:solidFill>
            <a:srgbClr val="B81A29">
              <a:alpha val="42000"/>
            </a:srgbClr>
          </a:solidFill>
          <a:ln w="9525">
            <a:solidFill>
              <a:srgbClr val="B81A29">
                <a:alpha val="75000"/>
              </a:srgbClr>
            </a:solidFill>
            <a:prstDash val="solid"/>
          </a:ln>
        </p:spPr>
      </p:sp>
      <p:sp>
        <p:nvSpPr>
          <p:cNvPr id="23" name="Shape 11"/>
          <p:cNvSpPr/>
          <p:nvPr/>
        </p:nvSpPr>
        <p:spPr>
          <a:xfrm>
            <a:off x="4914900" y="1860804"/>
            <a:ext cx="173736" cy="173736"/>
          </a:xfrm>
          <a:prstGeom prst="line">
            <a:avLst/>
          </a:prstGeom>
          <a:noFill/>
          <a:ln w="31750">
            <a:solidFill>
              <a:srgbClr val="B81A29"/>
            </a:solidFill>
            <a:prstDash val="solid"/>
          </a:ln>
        </p:spPr>
      </p:sp>
      <p:sp>
        <p:nvSpPr>
          <p:cNvPr id="24" name="Shape 12"/>
          <p:cNvSpPr/>
          <p:nvPr/>
        </p:nvSpPr>
        <p:spPr>
          <a:xfrm flipV="1">
            <a:off x="4914900" y="1860804"/>
            <a:ext cx="173736" cy="173736"/>
          </a:xfrm>
          <a:prstGeom prst="line">
            <a:avLst/>
          </a:prstGeom>
          <a:noFill/>
          <a:ln w="31750">
            <a:solidFill>
              <a:srgbClr val="B81A29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594" y="1600200"/>
            <a:ext cx="938732" cy="1188720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4554" y="1600200"/>
            <a:ext cx="938732" cy="1188720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2843" y="1737360"/>
            <a:ext cx="560555" cy="502920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1965960" y="1600200"/>
            <a:ext cx="274320" cy="137160"/>
          </a:xfrm>
          <a:prstGeom prst="rect">
            <a:avLst/>
          </a:prstGeom>
          <a:solidFill>
            <a:srgbClr val="0D2680"/>
          </a:solidFill>
          <a:ln/>
        </p:spPr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6163" y="2194560"/>
            <a:ext cx="560555" cy="50292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8982" y="1883664"/>
            <a:ext cx="294916" cy="310896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908" y="2971800"/>
            <a:ext cx="503624" cy="27432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2240280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site 1</a:t>
            </a:r>
            <a:endParaRPr lang="en-US" sz="1100" dirty="0"/>
          </a:p>
        </p:txBody>
      </p:sp>
      <p:sp>
        <p:nvSpPr>
          <p:cNvPr id="33" name="Text 15"/>
          <p:cNvSpPr/>
          <p:nvPr/>
        </p:nvSpPr>
        <p:spPr>
          <a:xfrm>
            <a:off x="7635240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site 2</a:t>
            </a:r>
            <a:endParaRPr lang="en-US" sz="1100" dirty="0"/>
          </a:p>
        </p:txBody>
      </p:sp>
      <p:sp>
        <p:nvSpPr>
          <p:cNvPr id="34" name="Text 16"/>
          <p:cNvSpPr/>
          <p:nvPr/>
        </p:nvSpPr>
        <p:spPr>
          <a:xfrm>
            <a:off x="1691640" y="139903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NCR</a:t>
            </a:r>
            <a:endParaRPr lang="en-US" sz="1100" dirty="0"/>
          </a:p>
        </p:txBody>
      </p:sp>
      <p:sp>
        <p:nvSpPr>
          <p:cNvPr id="35" name="Text 17"/>
          <p:cNvSpPr/>
          <p:nvPr/>
        </p:nvSpPr>
        <p:spPr>
          <a:xfrm>
            <a:off x="594360" y="329184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in-car UE</a:t>
            </a:r>
            <a:endParaRPr lang="en-US" sz="1000" dirty="0"/>
          </a:p>
        </p:txBody>
      </p:sp>
      <p:sp>
        <p:nvSpPr>
          <p:cNvPr id="36" name="Text 18"/>
          <p:cNvSpPr/>
          <p:nvPr/>
        </p:nvSpPr>
        <p:spPr>
          <a:xfrm>
            <a:off x="5029200" y="160934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FWA CPE (cell edge)</a:t>
            </a:r>
            <a:endParaRPr lang="en-US" sz="1000" dirty="0"/>
          </a:p>
        </p:txBody>
      </p:sp>
      <p:sp>
        <p:nvSpPr>
          <p:cNvPr id="37" name="Text 19"/>
          <p:cNvSpPr/>
          <p:nvPr/>
        </p:nvSpPr>
        <p:spPr>
          <a:xfrm>
            <a:off x="457200" y="17830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stale CSI at 40 km/h —</a:t>
            </a:r>
            <a:endParaRPr 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relay hop bypasses it</a:t>
            </a:r>
            <a:endParaRPr lang="en-US" sz="900" dirty="0"/>
          </a:p>
        </p:txBody>
      </p:sp>
      <p:sp>
        <p:nvSpPr>
          <p:cNvPr id="38" name="Text 20"/>
          <p:cNvSpPr/>
          <p:nvPr/>
        </p:nvSpPr>
        <p:spPr>
          <a:xfrm>
            <a:off x="3931920" y="21214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B81A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other-site interference</a:t>
            </a:r>
            <a:endParaRPr lang="en-US" sz="900" dirty="0"/>
          </a:p>
          <a:p>
            <a:pPr algn="r"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B81A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nulled by the CPE array</a:t>
            </a:r>
            <a:endParaRPr lang="en-US" sz="900" dirty="0"/>
          </a:p>
        </p:txBody>
      </p:sp>
      <p:sp>
        <p:nvSpPr>
          <p:cNvPr id="39" name="Shape 21"/>
          <p:cNvSpPr/>
          <p:nvPr/>
        </p:nvSpPr>
        <p:spPr>
          <a:xfrm>
            <a:off x="8796528" y="310896"/>
            <a:ext cx="30723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0" name="Text 22"/>
          <p:cNvSpPr/>
          <p:nvPr/>
        </p:nvSpPr>
        <p:spPr>
          <a:xfrm>
            <a:off x="8924544" y="39319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Orthogonal sub-bands</a:t>
            </a:r>
            <a:endParaRPr lang="en-US" sz="1100" dirty="0"/>
          </a:p>
        </p:txBody>
      </p:sp>
      <p:sp>
        <p:nvSpPr>
          <p:cNvPr id="41" name="Shape 23"/>
          <p:cNvSpPr/>
          <p:nvPr/>
        </p:nvSpPr>
        <p:spPr>
          <a:xfrm>
            <a:off x="8961120" y="640080"/>
            <a:ext cx="1298448" cy="256032"/>
          </a:xfrm>
          <a:prstGeom prst="rect">
            <a:avLst/>
          </a:prstGeom>
          <a:solidFill>
            <a:srgbClr val="5B6B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24"/>
          <p:cNvSpPr/>
          <p:nvPr/>
        </p:nvSpPr>
        <p:spPr>
          <a:xfrm>
            <a:off x="10259568" y="640080"/>
            <a:ext cx="1426464" cy="256032"/>
          </a:xfrm>
          <a:prstGeom prst="rect">
            <a:avLst/>
          </a:prstGeom>
          <a:solidFill>
            <a:srgbClr val="0073B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25"/>
          <p:cNvSpPr/>
          <p:nvPr/>
        </p:nvSpPr>
        <p:spPr>
          <a:xfrm>
            <a:off x="8961120" y="69494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cellular</a:t>
            </a:r>
            <a:endParaRPr lang="en-US" sz="1000" dirty="0"/>
          </a:p>
        </p:txBody>
      </p:sp>
      <p:sp>
        <p:nvSpPr>
          <p:cNvPr id="44" name="Text 26"/>
          <p:cNvSpPr/>
          <p:nvPr/>
        </p:nvSpPr>
        <p:spPr>
          <a:xfrm>
            <a:off x="10259568" y="69494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FWA</a:t>
            </a:r>
            <a:endParaRPr lang="en-US" sz="1000" dirty="0"/>
          </a:p>
        </p:txBody>
      </p:sp>
      <p:sp>
        <p:nvSpPr>
          <p:cNvPr id="45" name="Text 27"/>
          <p:cNvSpPr/>
          <p:nvPr/>
        </p:nvSpPr>
        <p:spPr>
          <a:xfrm>
            <a:off x="10314432" y="9144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frequency  →</a:t>
            </a:r>
            <a:endParaRPr lang="en-US" sz="850" dirty="0"/>
          </a:p>
        </p:txBody>
      </p:sp>
      <p:sp>
        <p:nvSpPr>
          <p:cNvPr id="46" name="Text 28"/>
          <p:cNvSpPr/>
          <p:nvPr/>
        </p:nvSpPr>
        <p:spPr>
          <a:xfrm>
            <a:off x="8924544" y="1097280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services never share a resource — no cross-interference</a:t>
            </a:r>
            <a:endParaRPr lang="en-US" sz="850" dirty="0"/>
          </a:p>
        </p:txBody>
      </p:sp>
      <p:sp>
        <p:nvSpPr>
          <p:cNvPr id="47" name="Shape 29"/>
          <p:cNvSpPr/>
          <p:nvPr/>
        </p:nvSpPr>
        <p:spPr>
          <a:xfrm rot="5400000">
            <a:off x="457200" y="3931920"/>
            <a:ext cx="105156" cy="274320"/>
          </a:xfrm>
          <a:prstGeom prst="triangle">
            <a:avLst/>
          </a:prstGeom>
          <a:solidFill>
            <a:srgbClr val="8A8A8A">
              <a:alpha val="55000"/>
            </a:srgbClr>
          </a:solidFill>
          <a:ln w="9525">
            <a:solidFill>
              <a:srgbClr val="8A8A8A"/>
            </a:solidFill>
            <a:prstDash val="solid"/>
          </a:ln>
        </p:spPr>
      </p:sp>
      <p:sp>
        <p:nvSpPr>
          <p:cNvPr id="48" name="Text 30"/>
          <p:cNvSpPr/>
          <p:nvPr/>
        </p:nvSpPr>
        <p:spPr>
          <a:xfrm>
            <a:off x="804672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direct path</a:t>
            </a:r>
            <a:endParaRPr lang="en-US" sz="1000" dirty="0"/>
          </a:p>
        </p:txBody>
      </p:sp>
      <p:sp>
        <p:nvSpPr>
          <p:cNvPr id="49" name="Shape 31"/>
          <p:cNvSpPr/>
          <p:nvPr/>
        </p:nvSpPr>
        <p:spPr>
          <a:xfrm rot="5400000">
            <a:off x="3246120" y="3931920"/>
            <a:ext cx="105156" cy="274320"/>
          </a:xfrm>
          <a:prstGeom prst="triangle">
            <a:avLst/>
          </a:prstGeom>
          <a:solidFill>
            <a:srgbClr val="338C40">
              <a:alpha val="55000"/>
            </a:srgbClr>
          </a:solidFill>
          <a:ln w="9525">
            <a:solidFill>
              <a:srgbClr val="338C40"/>
            </a:solidFill>
            <a:prstDash val="solid"/>
          </a:ln>
        </p:spPr>
      </p:sp>
      <p:sp>
        <p:nvSpPr>
          <p:cNvPr id="50" name="Text 32"/>
          <p:cNvSpPr/>
          <p:nvPr/>
        </p:nvSpPr>
        <p:spPr>
          <a:xfrm>
            <a:off x="3593592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NCR-relayed path</a:t>
            </a:r>
            <a:endParaRPr lang="en-US" sz="1000" dirty="0"/>
          </a:p>
        </p:txBody>
      </p:sp>
      <p:sp>
        <p:nvSpPr>
          <p:cNvPr id="51" name="Shape 33"/>
          <p:cNvSpPr/>
          <p:nvPr/>
        </p:nvSpPr>
        <p:spPr>
          <a:xfrm rot="5400000">
            <a:off x="6035040" y="3931920"/>
            <a:ext cx="105156" cy="274320"/>
          </a:xfrm>
          <a:prstGeom prst="triangle">
            <a:avLst/>
          </a:prstGeom>
          <a:solidFill>
            <a:srgbClr val="0073BA">
              <a:alpha val="55000"/>
            </a:srgbClr>
          </a:solidFill>
          <a:ln w="9525">
            <a:solidFill>
              <a:srgbClr val="0073BA"/>
            </a:solidFill>
            <a:prstDash val="solid"/>
          </a:ln>
        </p:spPr>
      </p:sp>
      <p:sp>
        <p:nvSpPr>
          <p:cNvPr id="52" name="Text 34"/>
          <p:cNvSpPr/>
          <p:nvPr/>
        </p:nvSpPr>
        <p:spPr>
          <a:xfrm>
            <a:off x="6382512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desired FWA beam</a:t>
            </a:r>
            <a:endParaRPr lang="en-US" sz="1000" dirty="0"/>
          </a:p>
        </p:txBody>
      </p:sp>
      <p:sp>
        <p:nvSpPr>
          <p:cNvPr id="53" name="Shape 35"/>
          <p:cNvSpPr/>
          <p:nvPr/>
        </p:nvSpPr>
        <p:spPr>
          <a:xfrm rot="5400000">
            <a:off x="8823960" y="3931920"/>
            <a:ext cx="105156" cy="274320"/>
          </a:xfrm>
          <a:prstGeom prst="triangle">
            <a:avLst/>
          </a:prstGeom>
          <a:solidFill>
            <a:srgbClr val="B81A29">
              <a:alpha val="55000"/>
            </a:srgbClr>
          </a:solidFill>
          <a:ln w="9525">
            <a:solidFill>
              <a:srgbClr val="B81A29"/>
            </a:solidFill>
            <a:prstDash val="solid"/>
          </a:ln>
        </p:spPr>
      </p:sp>
      <p:sp>
        <p:nvSpPr>
          <p:cNvPr id="54" name="Text 36"/>
          <p:cNvSpPr/>
          <p:nvPr/>
        </p:nvSpPr>
        <p:spPr>
          <a:xfrm>
            <a:off x="9171432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other-site interference (nulled)</a:t>
            </a:r>
            <a:endParaRPr lang="en-US" sz="10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398264"/>
            <a:ext cx="245515" cy="310896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>
            <a:off x="794155" y="4480560"/>
            <a:ext cx="1254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site</a:t>
            </a:r>
            <a:endParaRPr lang="en-US" sz="950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4832" y="4398264"/>
            <a:ext cx="326161" cy="310896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2502433" y="4480560"/>
            <a:ext cx="1173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Townhouse</a:t>
            </a:r>
            <a:endParaRPr lang="en-US" sz="950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12464" y="4398264"/>
            <a:ext cx="207274" cy="310896"/>
          </a:xfrm>
          <a:prstGeom prst="rect">
            <a:avLst/>
          </a:prstGeom>
        </p:spPr>
      </p:pic>
      <p:sp>
        <p:nvSpPr>
          <p:cNvPr id="60" name="Text 39"/>
          <p:cNvSpPr/>
          <p:nvPr/>
        </p:nvSpPr>
        <p:spPr>
          <a:xfrm>
            <a:off x="4011178" y="4480560"/>
            <a:ext cx="12923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Single-family home</a:t>
            </a:r>
            <a:endParaRPr lang="en-US" sz="950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40096" y="4398264"/>
            <a:ext cx="346525" cy="310896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5778061" y="4480560"/>
            <a:ext cx="115309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Office park</a:t>
            </a:r>
            <a:endParaRPr lang="en-US" sz="950" dirty="0"/>
          </a:p>
        </p:txBody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7728" y="4398264"/>
            <a:ext cx="294916" cy="310896"/>
          </a:xfrm>
          <a:prstGeom prst="rect">
            <a:avLst/>
          </a:prstGeom>
        </p:spPr>
      </p:pic>
      <p:sp>
        <p:nvSpPr>
          <p:cNvPr id="64" name="Text 41"/>
          <p:cNvSpPr/>
          <p:nvPr/>
        </p:nvSpPr>
        <p:spPr>
          <a:xfrm>
            <a:off x="7354084" y="4480560"/>
            <a:ext cx="1204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Rooftop FWA CPE</a:t>
            </a:r>
            <a:endParaRPr lang="en-US" sz="95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95360" y="4398264"/>
            <a:ext cx="185481" cy="310896"/>
          </a:xfrm>
          <a:prstGeom prst="rect">
            <a:avLst/>
          </a:prstGeom>
        </p:spPr>
      </p:pic>
      <p:sp>
        <p:nvSpPr>
          <p:cNvPr id="66" name="Text 42"/>
          <p:cNvSpPr/>
          <p:nvPr/>
        </p:nvSpPr>
        <p:spPr>
          <a:xfrm>
            <a:off x="8872281" y="4480560"/>
            <a:ext cx="1314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Pedestrian UE</a:t>
            </a:r>
            <a:endParaRPr lang="en-US" sz="950" dirty="0"/>
          </a:p>
        </p:txBody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22992" y="4398264"/>
            <a:ext cx="570774" cy="310896"/>
          </a:xfrm>
          <a:prstGeom prst="rect">
            <a:avLst/>
          </a:prstGeom>
        </p:spPr>
      </p:pic>
      <p:sp>
        <p:nvSpPr>
          <p:cNvPr id="68" name="Text 43"/>
          <p:cNvSpPr/>
          <p:nvPr/>
        </p:nvSpPr>
        <p:spPr>
          <a:xfrm>
            <a:off x="10885206" y="4480560"/>
            <a:ext cx="928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In-car UE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2026-08-03T19:51:15Z</dcterms:created>
  <dcterms:modified xsi:type="dcterms:W3CDTF">2026-08-03T19:51:15Z</dcterms:modified>
</cp:coreProperties>
</file>