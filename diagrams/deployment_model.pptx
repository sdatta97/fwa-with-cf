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5075238"/>
  <p:notesSz cx="5075238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08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1830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325880"/>
            <a:ext cx="5907024" cy="2834640"/>
          </a:xfrm>
          <a:prstGeom prst="ellipse">
            <a:avLst/>
          </a:prstGeom>
          <a:solidFill>
            <a:srgbClr val="F2F5F1"/>
          </a:solidFill>
          <a:ln w="12700">
            <a:solidFill>
              <a:srgbClr val="BFCB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099048" y="1325880"/>
            <a:ext cx="5907024" cy="2834640"/>
          </a:xfrm>
          <a:prstGeom prst="ellipse">
            <a:avLst/>
          </a:prstGeom>
          <a:solidFill>
            <a:srgbClr val="F2F5F1"/>
          </a:solidFill>
          <a:ln w="12700">
            <a:solidFill>
              <a:srgbClr val="BFCBB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240280"/>
            <a:ext cx="457200" cy="4572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1776" y="3547872"/>
            <a:ext cx="317008" cy="475488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0884" y="2852928"/>
            <a:ext cx="556392" cy="53035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934" y="2560320"/>
            <a:ext cx="218212" cy="36576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3644" y="3584448"/>
            <a:ext cx="556392" cy="530352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0334" y="3383280"/>
            <a:ext cx="218212" cy="36576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4164" y="2761488"/>
            <a:ext cx="556392" cy="530352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5616" y="2651760"/>
            <a:ext cx="317008" cy="475488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560320"/>
            <a:ext cx="457200" cy="457200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816" y="3566160"/>
            <a:ext cx="317008" cy="475488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3233" y="1828800"/>
            <a:ext cx="527613" cy="502920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3919" y="1545336"/>
            <a:ext cx="286242" cy="301752"/>
          </a:xfrm>
          <a:prstGeom prst="rect">
            <a:avLst/>
          </a:prstGeom>
        </p:spPr>
      </p:pic>
      <p:sp>
        <p:nvSpPr>
          <p:cNvPr id="16" name="Shape 2"/>
          <p:cNvSpPr/>
          <p:nvPr/>
        </p:nvSpPr>
        <p:spPr>
          <a:xfrm rot="2575611">
            <a:off x="2492837" y="1318803"/>
            <a:ext cx="274320" cy="1487069"/>
          </a:xfrm>
          <a:prstGeom prst="triangle">
            <a:avLst/>
          </a:prstGeom>
          <a:solidFill>
            <a:srgbClr val="8A8A8A">
              <a:alpha val="38000"/>
            </a:srgbClr>
          </a:solidFill>
          <a:ln w="9525">
            <a:solidFill>
              <a:srgbClr val="8A8A8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3"/>
          <p:cNvSpPr/>
          <p:nvPr/>
        </p:nvSpPr>
        <p:spPr>
          <a:xfrm>
            <a:off x="2029968" y="2560320"/>
            <a:ext cx="182880" cy="182880"/>
          </a:xfrm>
          <a:prstGeom prst="line">
            <a:avLst/>
          </a:prstGeom>
          <a:noFill/>
          <a:ln w="381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4"/>
          <p:cNvSpPr/>
          <p:nvPr/>
        </p:nvSpPr>
        <p:spPr>
          <a:xfrm flipV="1">
            <a:off x="2029968" y="2560320"/>
            <a:ext cx="182880" cy="182880"/>
          </a:xfrm>
          <a:prstGeom prst="line">
            <a:avLst/>
          </a:prstGeom>
          <a:noFill/>
          <a:ln w="38100">
            <a:solidFill>
              <a:srgbClr val="8A8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5"/>
          <p:cNvSpPr/>
          <p:nvPr/>
        </p:nvSpPr>
        <p:spPr>
          <a:xfrm rot="5235115">
            <a:off x="2560320" y="1082123"/>
            <a:ext cx="237744" cy="915453"/>
          </a:xfrm>
          <a:prstGeom prst="triangle">
            <a:avLst/>
          </a:prstGeom>
          <a:solidFill>
            <a:srgbClr val="338C40">
              <a:alpha val="52000"/>
            </a:srgbClr>
          </a:solidFill>
          <a:ln w="9525">
            <a:solidFill>
              <a:srgbClr val="338C4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6"/>
          <p:cNvSpPr/>
          <p:nvPr/>
        </p:nvSpPr>
        <p:spPr>
          <a:xfrm rot="1292108">
            <a:off x="1544604" y="1510027"/>
            <a:ext cx="237744" cy="1797554"/>
          </a:xfrm>
          <a:prstGeom prst="triangle">
            <a:avLst/>
          </a:prstGeom>
          <a:solidFill>
            <a:srgbClr val="338C40">
              <a:alpha val="52000"/>
            </a:srgbClr>
          </a:solidFill>
          <a:ln w="9525">
            <a:solidFill>
              <a:srgbClr val="338C40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7"/>
          <p:cNvSpPr/>
          <p:nvPr/>
        </p:nvSpPr>
        <p:spPr>
          <a:xfrm rot="5061567">
            <a:off x="7563917" y="309896"/>
            <a:ext cx="310896" cy="2679364"/>
          </a:xfrm>
          <a:prstGeom prst="triangle">
            <a:avLst/>
          </a:prstGeom>
          <a:solidFill>
            <a:srgbClr val="0073BA">
              <a:alpha val="45000"/>
            </a:srgbClr>
          </a:solidFill>
          <a:ln w="9525">
            <a:solidFill>
              <a:srgbClr val="0073B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8"/>
          <p:cNvSpPr/>
          <p:nvPr/>
        </p:nvSpPr>
        <p:spPr>
          <a:xfrm rot="-5060526">
            <a:off x="3866998" y="715295"/>
            <a:ext cx="310896" cy="1780783"/>
          </a:xfrm>
          <a:prstGeom prst="triangle">
            <a:avLst/>
          </a:prstGeom>
          <a:solidFill>
            <a:srgbClr val="B81A29">
              <a:alpha val="42000"/>
            </a:srgbClr>
          </a:solidFill>
          <a:ln w="9525">
            <a:solidFill>
              <a:srgbClr val="B81A2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9"/>
          <p:cNvSpPr/>
          <p:nvPr/>
        </p:nvSpPr>
        <p:spPr>
          <a:xfrm>
            <a:off x="5038344" y="1563624"/>
            <a:ext cx="201168" cy="201168"/>
          </a:xfrm>
          <a:prstGeom prst="line">
            <a:avLst/>
          </a:prstGeom>
          <a:noFill/>
          <a:ln w="38100">
            <a:solidFill>
              <a:srgbClr val="B81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0"/>
          <p:cNvSpPr/>
          <p:nvPr/>
        </p:nvSpPr>
        <p:spPr>
          <a:xfrm flipV="1">
            <a:off x="5038344" y="1563624"/>
            <a:ext cx="201168" cy="201168"/>
          </a:xfrm>
          <a:prstGeom prst="line">
            <a:avLst/>
          </a:prstGeom>
          <a:noFill/>
          <a:ln w="38100">
            <a:solidFill>
              <a:srgbClr val="B81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1"/>
          <p:cNvSpPr/>
          <p:nvPr/>
        </p:nvSpPr>
        <p:spPr>
          <a:xfrm rot="-2931521">
            <a:off x="3714841" y="1192847"/>
            <a:ext cx="274320" cy="1900464"/>
          </a:xfrm>
          <a:prstGeom prst="triangle">
            <a:avLst/>
          </a:prstGeom>
          <a:solidFill>
            <a:srgbClr val="0073BA">
              <a:alpha val="45000"/>
            </a:srgbClr>
          </a:solidFill>
          <a:ln w="9525">
            <a:solidFill>
              <a:srgbClr val="0073B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4553" y="1463040"/>
            <a:ext cx="1263678" cy="1600200"/>
          </a:xfrm>
          <a:prstGeom prst="rect">
            <a:avLst/>
          </a:prstGeom>
        </p:spPr>
      </p:pic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721" y="1463040"/>
            <a:ext cx="1263678" cy="1600200"/>
          </a:xfrm>
          <a:prstGeom prst="rect">
            <a:avLst/>
          </a:prstGeom>
        </p:spPr>
      </p:pic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6484" y="1554480"/>
            <a:ext cx="733817" cy="658368"/>
          </a:xfrm>
          <a:prstGeom prst="rect">
            <a:avLst/>
          </a:prstGeom>
        </p:spPr>
      </p:pic>
      <p:sp>
        <p:nvSpPr>
          <p:cNvPr id="29" name="Shape 12"/>
          <p:cNvSpPr/>
          <p:nvPr/>
        </p:nvSpPr>
        <p:spPr>
          <a:xfrm>
            <a:off x="1828800" y="1481328"/>
            <a:ext cx="329184" cy="164592"/>
          </a:xfrm>
          <a:prstGeom prst="rect">
            <a:avLst/>
          </a:prstGeom>
          <a:solidFill>
            <a:srgbClr val="0D26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2996" y="1856232"/>
            <a:ext cx="733817" cy="658368"/>
          </a:xfrm>
          <a:prstGeom prst="rect">
            <a:avLst/>
          </a:prstGeom>
        </p:spPr>
      </p:pic>
      <p:pic>
        <p:nvPicPr>
          <p:cNvPr id="31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7750" y="1499616"/>
            <a:ext cx="364308" cy="384048"/>
          </a:xfrm>
          <a:prstGeom prst="rect">
            <a:avLst/>
          </a:prstGeom>
        </p:spPr>
      </p:pic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404" y="3081528"/>
            <a:ext cx="556392" cy="530352"/>
          </a:xfrm>
          <a:prstGeom prst="rect">
            <a:avLst/>
          </a:prstGeom>
        </p:spPr>
      </p:pic>
      <p:pic>
        <p:nvPicPr>
          <p:cNvPr id="33" name="Image 1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4468" y="2779776"/>
            <a:ext cx="312264" cy="329184"/>
          </a:xfrm>
          <a:prstGeom prst="rect">
            <a:avLst/>
          </a:prstGeom>
        </p:spPr>
      </p:pic>
      <p:pic>
        <p:nvPicPr>
          <p:cNvPr id="34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9758" y="3429000"/>
            <a:ext cx="637924" cy="347472"/>
          </a:xfrm>
          <a:prstGeom prst="rect">
            <a:avLst/>
          </a:prstGeom>
        </p:spPr>
      </p:pic>
      <p:sp>
        <p:nvSpPr>
          <p:cNvPr id="35" name="Text 13"/>
          <p:cNvSpPr/>
          <p:nvPr/>
        </p:nvSpPr>
        <p:spPr>
          <a:xfrm>
            <a:off x="2267712" y="31821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gNB 1</a:t>
            </a:r>
            <a:endParaRPr lang="en-US" sz="1300" dirty="0"/>
          </a:p>
        </p:txBody>
      </p:sp>
      <p:sp>
        <p:nvSpPr>
          <p:cNvPr id="36" name="Text 14"/>
          <p:cNvSpPr/>
          <p:nvPr/>
        </p:nvSpPr>
        <p:spPr>
          <a:xfrm>
            <a:off x="8183880" y="31821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gNB 2</a:t>
            </a:r>
            <a:endParaRPr lang="en-US" sz="1300" dirty="0"/>
          </a:p>
        </p:txBody>
      </p:sp>
      <p:sp>
        <p:nvSpPr>
          <p:cNvPr id="37" name="Text 15"/>
          <p:cNvSpPr/>
          <p:nvPr/>
        </p:nvSpPr>
        <p:spPr>
          <a:xfrm>
            <a:off x="1581912" y="1188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26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NCR</a:t>
            </a:r>
            <a:endParaRPr lang="en-US" sz="1250" dirty="0"/>
          </a:p>
        </p:txBody>
      </p:sp>
      <p:sp>
        <p:nvSpPr>
          <p:cNvPr id="38" name="Text 16"/>
          <p:cNvSpPr/>
          <p:nvPr/>
        </p:nvSpPr>
        <p:spPr>
          <a:xfrm>
            <a:off x="5221224" y="12070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FWA CPE (cell edge)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895667" y="2108959"/>
            <a:ext cx="71036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NCR-relayed path</a:t>
            </a:r>
            <a:endParaRPr lang="en-US" sz="1200" dirty="0"/>
          </a:p>
        </p:txBody>
      </p:sp>
      <p:sp>
        <p:nvSpPr>
          <p:cNvPr id="40" name="Text 18"/>
          <p:cNvSpPr/>
          <p:nvPr/>
        </p:nvSpPr>
        <p:spPr>
          <a:xfrm>
            <a:off x="1737360" y="279806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 direct path</a:t>
            </a:r>
            <a:endParaRPr lang="en-US" sz="1200" dirty="0"/>
          </a:p>
        </p:txBody>
      </p:sp>
      <p:sp>
        <p:nvSpPr>
          <p:cNvPr id="41" name="Text 19"/>
          <p:cNvSpPr/>
          <p:nvPr/>
        </p:nvSpPr>
        <p:spPr>
          <a:xfrm>
            <a:off x="3657473" y="1190061"/>
            <a:ext cx="1307592" cy="67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other-site interference (nulled)</a:t>
            </a:r>
            <a:endParaRPr lang="en-US" sz="1200" dirty="0"/>
          </a:p>
        </p:txBody>
      </p:sp>
      <p:sp>
        <p:nvSpPr>
          <p:cNvPr id="42" name="Text 20"/>
          <p:cNvSpPr/>
          <p:nvPr/>
        </p:nvSpPr>
        <p:spPr>
          <a:xfrm>
            <a:off x="7054902" y="1026023"/>
            <a:ext cx="1048786" cy="416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desired FWA beam</a:t>
            </a:r>
            <a:endParaRPr lang="en-US" sz="1200" dirty="0"/>
          </a:p>
        </p:txBody>
      </p:sp>
      <p:sp>
        <p:nvSpPr>
          <p:cNvPr id="43" name="Text 21"/>
          <p:cNvSpPr/>
          <p:nvPr/>
        </p:nvSpPr>
        <p:spPr>
          <a:xfrm>
            <a:off x="4251960" y="3657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FWA CPE</a:t>
            </a:r>
            <a:endParaRPr lang="en-US" sz="1200" dirty="0"/>
          </a:p>
        </p:txBody>
      </p:sp>
      <p:pic>
        <p:nvPicPr>
          <p:cNvPr id="51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" y="4572000"/>
            <a:ext cx="274399" cy="347472"/>
          </a:xfrm>
          <a:prstGeom prst="rect">
            <a:avLst/>
          </a:prstGeom>
        </p:spPr>
      </p:pic>
      <p:sp>
        <p:nvSpPr>
          <p:cNvPr id="52" name="Text 29"/>
          <p:cNvSpPr/>
          <p:nvPr/>
        </p:nvSpPr>
        <p:spPr>
          <a:xfrm>
            <a:off x="850471" y="4663440"/>
            <a:ext cx="12983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gNB site</a:t>
            </a:r>
            <a:endParaRPr lang="en-US" sz="1050" dirty="0"/>
          </a:p>
        </p:txBody>
      </p:sp>
      <p:pic>
        <p:nvPicPr>
          <p:cNvPr id="53" name="Image 2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416" y="4572000"/>
            <a:ext cx="364533" cy="347472"/>
          </a:xfrm>
          <a:prstGeom prst="rect">
            <a:avLst/>
          </a:prstGeom>
        </p:spPr>
      </p:pic>
      <p:sp>
        <p:nvSpPr>
          <p:cNvPr id="54" name="Text 30"/>
          <p:cNvSpPr/>
          <p:nvPr/>
        </p:nvSpPr>
        <p:spPr>
          <a:xfrm>
            <a:off x="2650533" y="4663440"/>
            <a:ext cx="12082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Townhouse</a:t>
            </a:r>
            <a:endParaRPr lang="en-US" sz="1050" dirty="0"/>
          </a:p>
        </p:txBody>
      </p:sp>
      <p:pic>
        <p:nvPicPr>
          <p:cNvPr id="55" name="Image 2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4572000"/>
            <a:ext cx="231660" cy="347472"/>
          </a:xfrm>
          <a:prstGeom prst="rect">
            <a:avLst/>
          </a:prstGeom>
        </p:spPr>
      </p:pic>
      <p:sp>
        <p:nvSpPr>
          <p:cNvPr id="56" name="Text 31"/>
          <p:cNvSpPr/>
          <p:nvPr/>
        </p:nvSpPr>
        <p:spPr>
          <a:xfrm>
            <a:off x="4227588" y="4663440"/>
            <a:ext cx="13411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Single-family home</a:t>
            </a:r>
            <a:endParaRPr lang="en-US" sz="1050" dirty="0"/>
          </a:p>
        </p:txBody>
      </p:sp>
      <p:pic>
        <p:nvPicPr>
          <p:cNvPr id="57" name="Image 2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5272" y="4572000"/>
            <a:ext cx="387292" cy="347472"/>
          </a:xfrm>
          <a:prstGeom prst="rect">
            <a:avLst/>
          </a:prstGeom>
        </p:spPr>
      </p:pic>
      <p:sp>
        <p:nvSpPr>
          <p:cNvPr id="58" name="Text 32"/>
          <p:cNvSpPr/>
          <p:nvPr/>
        </p:nvSpPr>
        <p:spPr>
          <a:xfrm>
            <a:off x="6093148" y="4663440"/>
            <a:ext cx="1185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Office park</a:t>
            </a:r>
            <a:endParaRPr lang="en-US" sz="1050" dirty="0"/>
          </a:p>
        </p:txBody>
      </p:sp>
      <p:pic>
        <p:nvPicPr>
          <p:cNvPr id="59" name="Image 2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4572000"/>
            <a:ext cx="329612" cy="347472"/>
          </a:xfrm>
          <a:prstGeom prst="rect">
            <a:avLst/>
          </a:prstGeom>
        </p:spPr>
      </p:pic>
      <p:sp>
        <p:nvSpPr>
          <p:cNvPr id="60" name="Text 33"/>
          <p:cNvSpPr/>
          <p:nvPr/>
        </p:nvSpPr>
        <p:spPr>
          <a:xfrm>
            <a:off x="7745396" y="4663440"/>
            <a:ext cx="12431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Rooftop FWA CPE</a:t>
            </a:r>
            <a:endParaRPr lang="en-US" sz="1050" dirty="0"/>
          </a:p>
        </p:txBody>
      </p:sp>
      <p:pic>
        <p:nvPicPr>
          <p:cNvPr id="61" name="Image 2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128" y="4572000"/>
            <a:ext cx="207302" cy="347472"/>
          </a:xfrm>
          <a:prstGeom prst="rect">
            <a:avLst/>
          </a:prstGeom>
        </p:spPr>
      </p:pic>
      <p:sp>
        <p:nvSpPr>
          <p:cNvPr id="62" name="Text 34"/>
          <p:cNvSpPr/>
          <p:nvPr/>
        </p:nvSpPr>
        <p:spPr>
          <a:xfrm>
            <a:off x="9333014" y="4663440"/>
            <a:ext cx="13654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Pedestrian UE</a:t>
            </a:r>
            <a:endParaRPr lang="en-US" sz="1050" dirty="0"/>
          </a:p>
        </p:txBody>
      </p:sp>
      <p:pic>
        <p:nvPicPr>
          <p:cNvPr id="63" name="Image 2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35056" y="4572000"/>
            <a:ext cx="637924" cy="347472"/>
          </a:xfrm>
          <a:prstGeom prst="rect">
            <a:avLst/>
          </a:prstGeom>
        </p:spPr>
      </p:pic>
      <p:sp>
        <p:nvSpPr>
          <p:cNvPr id="64" name="Text 35"/>
          <p:cNvSpPr/>
          <p:nvPr/>
        </p:nvSpPr>
        <p:spPr>
          <a:xfrm>
            <a:off x="11473564" y="4663440"/>
            <a:ext cx="9348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In-car UE</a:t>
            </a:r>
            <a:endParaRPr lang="en-US" sz="1050" dirty="0"/>
          </a:p>
        </p:txBody>
      </p:sp>
      <p:sp>
        <p:nvSpPr>
          <p:cNvPr id="66" name="Shape 7">
            <a:extLst>
              <a:ext uri="{FF2B5EF4-FFF2-40B4-BE49-F238E27FC236}">
                <a16:creationId xmlns:a16="http://schemas.microsoft.com/office/drawing/2014/main" id="{608F1F48-174A-CDFC-0C6F-9C0DDD81F6A7}"/>
              </a:ext>
            </a:extLst>
          </p:cNvPr>
          <p:cNvSpPr/>
          <p:nvPr/>
        </p:nvSpPr>
        <p:spPr>
          <a:xfrm rot="6717892" flipV="1">
            <a:off x="9709652" y="1147135"/>
            <a:ext cx="310896" cy="973290"/>
          </a:xfrm>
          <a:prstGeom prst="triangle">
            <a:avLst/>
          </a:prstGeom>
          <a:solidFill>
            <a:srgbClr val="0073BA">
              <a:alpha val="45000"/>
            </a:srgbClr>
          </a:solidFill>
          <a:ln w="9525">
            <a:solidFill>
              <a:srgbClr val="0073BA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Text 21">
            <a:extLst>
              <a:ext uri="{FF2B5EF4-FFF2-40B4-BE49-F238E27FC236}">
                <a16:creationId xmlns:a16="http://schemas.microsoft.com/office/drawing/2014/main" id="{7B2C6516-8347-7C74-BFB2-FF2E14E8ECE9}"/>
              </a:ext>
            </a:extLst>
          </p:cNvPr>
          <p:cNvSpPr/>
          <p:nvPr/>
        </p:nvSpPr>
        <p:spPr>
          <a:xfrm>
            <a:off x="10104120" y="240983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FWA CPE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43</Words>
  <Application>Microsoft Macintosh PowerPoint</Application>
  <PresentationFormat>Custom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Soumyadeep Datta</cp:lastModifiedBy>
  <cp:revision>3</cp:revision>
  <dcterms:created xsi:type="dcterms:W3CDTF">2026-08-12T10:28:23Z</dcterms:created>
  <dcterms:modified xsi:type="dcterms:W3CDTF">2026-08-12T13:18:22Z</dcterms:modified>
</cp:coreProperties>
</file>