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88952" cy="5074920"/>
  <p:notesSz cx="507492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image" Target="../media/image-1-20.png"/><Relationship Id="rId21" Type="http://schemas.openxmlformats.org/officeDocument/2006/relationships/image" Target="../media/image-1-21.png"/><Relationship Id="rId22" Type="http://schemas.openxmlformats.org/officeDocument/2006/relationships/image" Target="../media/image-1-22.png"/><Relationship Id="rId23" Type="http://schemas.openxmlformats.org/officeDocument/2006/relationships/image" Target="../media/image-1-23.png"/><Relationship Id="rId24" Type="http://schemas.openxmlformats.org/officeDocument/2006/relationships/image" Target="../media/image-1-24.png"/><Relationship Id="rId25" Type="http://schemas.openxmlformats.org/officeDocument/2006/relationships/image" Target="../media/image-1-25.png"/><Relationship Id="rId26" Type="http://schemas.openxmlformats.org/officeDocument/2006/relationships/image" Target="../media/image-1-26.png"/><Relationship Id="rId27" Type="http://schemas.openxmlformats.org/officeDocument/2006/relationships/image" Target="../media/image-1-27.png"/><Relationship Id="rId28" Type="http://schemas.openxmlformats.org/officeDocument/2006/relationships/slideLayout" Target="../slideLayouts/slideLayout1.xml"/><Relationship Id="rId29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1325880"/>
            <a:ext cx="5907024" cy="2834640"/>
          </a:xfrm>
          <a:prstGeom prst="ellipse">
            <a:avLst/>
          </a:prstGeom>
          <a:solidFill>
            <a:srgbClr val="F2F5F1"/>
          </a:solidFill>
          <a:ln w="12700">
            <a:solidFill>
              <a:srgbClr val="BFCBBF"/>
            </a:solidFill>
            <a:prstDash val="dash"/>
          </a:ln>
        </p:spPr>
      </p:sp>
      <p:sp>
        <p:nvSpPr>
          <p:cNvPr id="3" name="Shape 1"/>
          <p:cNvSpPr/>
          <p:nvPr/>
        </p:nvSpPr>
        <p:spPr>
          <a:xfrm>
            <a:off x="6099048" y="1325880"/>
            <a:ext cx="5907024" cy="2834640"/>
          </a:xfrm>
          <a:prstGeom prst="ellipse">
            <a:avLst/>
          </a:prstGeom>
          <a:solidFill>
            <a:srgbClr val="F2F5F1"/>
          </a:solidFill>
          <a:ln w="12700">
            <a:solidFill>
              <a:srgbClr val="BFCBBF"/>
            </a:solidFill>
            <a:prstDash val="dash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" y="2240280"/>
            <a:ext cx="457200" cy="457200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1776" y="3547872"/>
            <a:ext cx="317008" cy="475488"/>
          </a:xfrm>
          <a:prstGeom prst="rect">
            <a:avLst/>
          </a:prstGeom>
        </p:spPr>
      </p:pic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0884" y="2852928"/>
            <a:ext cx="556392" cy="530352"/>
          </a:xfrm>
          <a:prstGeom prst="rect">
            <a:avLst/>
          </a:prstGeom>
        </p:spPr>
      </p:pic>
      <p:pic>
        <p:nvPicPr>
          <p:cNvPr id="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9934" y="2560320"/>
            <a:ext cx="218212" cy="365760"/>
          </a:xfrm>
          <a:prstGeom prst="rect">
            <a:avLst/>
          </a:prstGeom>
        </p:spPr>
      </p:pic>
      <p:pic>
        <p:nvPicPr>
          <p:cNvPr id="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13644" y="3584448"/>
            <a:ext cx="556392" cy="530352"/>
          </a:xfrm>
          <a:prstGeom prst="rect">
            <a:avLst/>
          </a:prstGeom>
        </p:spPr>
      </p:pic>
      <p:pic>
        <p:nvPicPr>
          <p:cNvPr id="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0334" y="3383280"/>
            <a:ext cx="218212" cy="365760"/>
          </a:xfrm>
          <a:prstGeom prst="rect">
            <a:avLst/>
          </a:prstGeom>
        </p:spPr>
      </p:pic>
      <p:pic>
        <p:nvPicPr>
          <p:cNvPr id="1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4164" y="2761488"/>
            <a:ext cx="556392" cy="530352"/>
          </a:xfrm>
          <a:prstGeom prst="rect">
            <a:avLst/>
          </a:prstGeom>
        </p:spPr>
      </p:pic>
      <p:pic>
        <p:nvPicPr>
          <p:cNvPr id="1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45616" y="2651760"/>
            <a:ext cx="317008" cy="475488"/>
          </a:xfrm>
          <a:prstGeom prst="rect">
            <a:avLst/>
          </a:prstGeom>
        </p:spPr>
      </p:pic>
      <p:pic>
        <p:nvPicPr>
          <p:cNvPr id="1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247120" y="2560320"/>
            <a:ext cx="457200" cy="457200"/>
          </a:xfrm>
          <a:prstGeom prst="rect">
            <a:avLst/>
          </a:prstGeom>
        </p:spPr>
      </p:pic>
      <p:pic>
        <p:nvPicPr>
          <p:cNvPr id="1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16816" y="3566160"/>
            <a:ext cx="317008" cy="475488"/>
          </a:xfrm>
          <a:prstGeom prst="rect">
            <a:avLst/>
          </a:prstGeom>
        </p:spPr>
      </p:pic>
      <p:pic>
        <p:nvPicPr>
          <p:cNvPr id="14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343233" y="1828800"/>
            <a:ext cx="527613" cy="502920"/>
          </a:xfrm>
          <a:prstGeom prst="rect">
            <a:avLst/>
          </a:prstGeom>
        </p:spPr>
      </p:pic>
      <p:pic>
        <p:nvPicPr>
          <p:cNvPr id="1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463919" y="1545336"/>
            <a:ext cx="286242" cy="301752"/>
          </a:xfrm>
          <a:prstGeom prst="rect">
            <a:avLst/>
          </a:prstGeom>
        </p:spPr>
      </p:pic>
      <p:sp>
        <p:nvSpPr>
          <p:cNvPr id="16" name="Shape 2"/>
          <p:cNvSpPr/>
          <p:nvPr/>
        </p:nvSpPr>
        <p:spPr>
          <a:xfrm rot="2575611">
            <a:off x="2492837" y="1318803"/>
            <a:ext cx="274320" cy="1487069"/>
          </a:xfrm>
          <a:prstGeom prst="triangle">
            <a:avLst/>
          </a:prstGeom>
          <a:solidFill>
            <a:srgbClr val="8A8A8A">
              <a:alpha val="38000"/>
            </a:srgbClr>
          </a:solidFill>
          <a:ln w="9525">
            <a:solidFill>
              <a:srgbClr val="8A8A8A">
                <a:alpha val="75000"/>
              </a:srgbClr>
            </a:solidFill>
            <a:prstDash val="solid"/>
          </a:ln>
        </p:spPr>
      </p:sp>
      <p:sp>
        <p:nvSpPr>
          <p:cNvPr id="17" name="Shape 3"/>
          <p:cNvSpPr/>
          <p:nvPr/>
        </p:nvSpPr>
        <p:spPr>
          <a:xfrm>
            <a:off x="2029968" y="2560320"/>
            <a:ext cx="182880" cy="182880"/>
          </a:xfrm>
          <a:prstGeom prst="line">
            <a:avLst/>
          </a:prstGeom>
          <a:noFill/>
          <a:ln w="38100">
            <a:solidFill>
              <a:srgbClr val="8A8A8A"/>
            </a:solidFill>
            <a:prstDash val="solid"/>
          </a:ln>
        </p:spPr>
      </p:sp>
      <p:sp>
        <p:nvSpPr>
          <p:cNvPr id="18" name="Shape 4"/>
          <p:cNvSpPr/>
          <p:nvPr/>
        </p:nvSpPr>
        <p:spPr>
          <a:xfrm flipV="1">
            <a:off x="2029968" y="2560320"/>
            <a:ext cx="182880" cy="182880"/>
          </a:xfrm>
          <a:prstGeom prst="line">
            <a:avLst/>
          </a:prstGeom>
          <a:noFill/>
          <a:ln w="38100">
            <a:solidFill>
              <a:srgbClr val="8A8A8A"/>
            </a:solidFill>
            <a:prstDash val="solid"/>
          </a:ln>
        </p:spPr>
      </p:sp>
      <p:sp>
        <p:nvSpPr>
          <p:cNvPr id="19" name="Shape 5"/>
          <p:cNvSpPr/>
          <p:nvPr/>
        </p:nvSpPr>
        <p:spPr>
          <a:xfrm rot="5235115">
            <a:off x="2560320" y="1082123"/>
            <a:ext cx="237744" cy="915453"/>
          </a:xfrm>
          <a:prstGeom prst="triangle">
            <a:avLst/>
          </a:prstGeom>
          <a:solidFill>
            <a:srgbClr val="338C40">
              <a:alpha val="52000"/>
            </a:srgbClr>
          </a:solidFill>
          <a:ln w="9525">
            <a:solidFill>
              <a:srgbClr val="338C40">
                <a:alpha val="75000"/>
              </a:srgbClr>
            </a:solidFill>
            <a:prstDash val="solid"/>
          </a:ln>
        </p:spPr>
      </p:sp>
      <p:sp>
        <p:nvSpPr>
          <p:cNvPr id="20" name="Shape 6"/>
          <p:cNvSpPr/>
          <p:nvPr/>
        </p:nvSpPr>
        <p:spPr>
          <a:xfrm rot="1292108">
            <a:off x="1544604" y="1510027"/>
            <a:ext cx="237744" cy="1797554"/>
          </a:xfrm>
          <a:prstGeom prst="triangle">
            <a:avLst/>
          </a:prstGeom>
          <a:solidFill>
            <a:srgbClr val="338C40">
              <a:alpha val="52000"/>
            </a:srgbClr>
          </a:solidFill>
          <a:ln w="9525">
            <a:solidFill>
              <a:srgbClr val="338C40">
                <a:alpha val="75000"/>
              </a:srgbClr>
            </a:solidFill>
            <a:prstDash val="solid"/>
          </a:ln>
        </p:spPr>
      </p:sp>
      <p:sp>
        <p:nvSpPr>
          <p:cNvPr id="21" name="Shape 7"/>
          <p:cNvSpPr/>
          <p:nvPr/>
        </p:nvSpPr>
        <p:spPr>
          <a:xfrm rot="5061567">
            <a:off x="7563917" y="309896"/>
            <a:ext cx="310896" cy="2679364"/>
          </a:xfrm>
          <a:prstGeom prst="triangle">
            <a:avLst/>
          </a:prstGeom>
          <a:solidFill>
            <a:srgbClr val="0073BA">
              <a:alpha val="45000"/>
            </a:srgbClr>
          </a:solidFill>
          <a:ln w="9525">
            <a:solidFill>
              <a:srgbClr val="0073BA">
                <a:alpha val="75000"/>
              </a:srgbClr>
            </a:solidFill>
            <a:prstDash val="solid"/>
          </a:ln>
        </p:spPr>
      </p:sp>
      <p:sp>
        <p:nvSpPr>
          <p:cNvPr id="22" name="Shape 8"/>
          <p:cNvSpPr/>
          <p:nvPr/>
        </p:nvSpPr>
        <p:spPr>
          <a:xfrm rot="-5060526">
            <a:off x="3866998" y="715295"/>
            <a:ext cx="310896" cy="1780783"/>
          </a:xfrm>
          <a:prstGeom prst="triangle">
            <a:avLst/>
          </a:prstGeom>
          <a:solidFill>
            <a:srgbClr val="B81A29">
              <a:alpha val="42000"/>
            </a:srgbClr>
          </a:solidFill>
          <a:ln w="9525">
            <a:solidFill>
              <a:srgbClr val="B81A29">
                <a:alpha val="75000"/>
              </a:srgbClr>
            </a:solidFill>
            <a:prstDash val="solid"/>
          </a:ln>
        </p:spPr>
      </p:sp>
      <p:sp>
        <p:nvSpPr>
          <p:cNvPr id="23" name="Shape 9"/>
          <p:cNvSpPr/>
          <p:nvPr/>
        </p:nvSpPr>
        <p:spPr>
          <a:xfrm>
            <a:off x="5038344" y="1563624"/>
            <a:ext cx="201168" cy="201168"/>
          </a:xfrm>
          <a:prstGeom prst="line">
            <a:avLst/>
          </a:prstGeom>
          <a:noFill/>
          <a:ln w="38100">
            <a:solidFill>
              <a:srgbClr val="B81A29"/>
            </a:solidFill>
            <a:prstDash val="solid"/>
          </a:ln>
        </p:spPr>
      </p:sp>
      <p:sp>
        <p:nvSpPr>
          <p:cNvPr id="24" name="Shape 10"/>
          <p:cNvSpPr/>
          <p:nvPr/>
        </p:nvSpPr>
        <p:spPr>
          <a:xfrm flipV="1">
            <a:off x="5038344" y="1563624"/>
            <a:ext cx="201168" cy="201168"/>
          </a:xfrm>
          <a:prstGeom prst="line">
            <a:avLst/>
          </a:prstGeom>
          <a:noFill/>
          <a:ln w="38100">
            <a:solidFill>
              <a:srgbClr val="B81A29"/>
            </a:solidFill>
            <a:prstDash val="solid"/>
          </a:ln>
        </p:spPr>
      </p:sp>
      <p:sp>
        <p:nvSpPr>
          <p:cNvPr id="25" name="Shape 11"/>
          <p:cNvSpPr/>
          <p:nvPr/>
        </p:nvSpPr>
        <p:spPr>
          <a:xfrm rot="-2931521">
            <a:off x="3714841" y="1192847"/>
            <a:ext cx="274320" cy="1900464"/>
          </a:xfrm>
          <a:prstGeom prst="triangle">
            <a:avLst/>
          </a:prstGeom>
          <a:solidFill>
            <a:srgbClr val="0073BA">
              <a:alpha val="45000"/>
            </a:srgbClr>
          </a:solidFill>
          <a:ln w="9525">
            <a:solidFill>
              <a:srgbClr val="0073BA">
                <a:alpha val="75000"/>
              </a:srgbClr>
            </a:solidFill>
            <a:prstDash val="solid"/>
          </a:ln>
        </p:spPr>
      </p:sp>
      <p:pic>
        <p:nvPicPr>
          <p:cNvPr id="2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04553" y="1463040"/>
            <a:ext cx="1263678" cy="1600200"/>
          </a:xfrm>
          <a:prstGeom prst="rect">
            <a:avLst/>
          </a:prstGeom>
        </p:spPr>
      </p:pic>
      <p:pic>
        <p:nvPicPr>
          <p:cNvPr id="27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420721" y="1463040"/>
            <a:ext cx="1263678" cy="1600200"/>
          </a:xfrm>
          <a:prstGeom prst="rect">
            <a:avLst/>
          </a:prstGeom>
        </p:spPr>
      </p:pic>
      <p:pic>
        <p:nvPicPr>
          <p:cNvPr id="2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626484" y="1554480"/>
            <a:ext cx="733817" cy="658368"/>
          </a:xfrm>
          <a:prstGeom prst="rect">
            <a:avLst/>
          </a:prstGeom>
        </p:spPr>
      </p:pic>
      <p:sp>
        <p:nvSpPr>
          <p:cNvPr id="29" name="Shape 12"/>
          <p:cNvSpPr/>
          <p:nvPr/>
        </p:nvSpPr>
        <p:spPr>
          <a:xfrm>
            <a:off x="1828800" y="1481328"/>
            <a:ext cx="329184" cy="164592"/>
          </a:xfrm>
          <a:prstGeom prst="rect">
            <a:avLst/>
          </a:prstGeom>
          <a:solidFill>
            <a:srgbClr val="0D2680"/>
          </a:solidFill>
          <a:ln/>
        </p:spPr>
      </p:sp>
      <p:pic>
        <p:nvPicPr>
          <p:cNvPr id="30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22996" y="1856232"/>
            <a:ext cx="733817" cy="658368"/>
          </a:xfrm>
          <a:prstGeom prst="rect">
            <a:avLst/>
          </a:prstGeom>
        </p:spPr>
      </p:pic>
      <p:pic>
        <p:nvPicPr>
          <p:cNvPr id="31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907750" y="1499616"/>
            <a:ext cx="364308" cy="384048"/>
          </a:xfrm>
          <a:prstGeom prst="rect">
            <a:avLst/>
          </a:prstGeom>
        </p:spPr>
      </p:pic>
      <p:pic>
        <p:nvPicPr>
          <p:cNvPr id="32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522404" y="3081528"/>
            <a:ext cx="556392" cy="530352"/>
          </a:xfrm>
          <a:prstGeom prst="rect">
            <a:avLst/>
          </a:prstGeom>
        </p:spPr>
      </p:pic>
      <p:pic>
        <p:nvPicPr>
          <p:cNvPr id="33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644468" y="2779776"/>
            <a:ext cx="312264" cy="329184"/>
          </a:xfrm>
          <a:prstGeom prst="rect">
            <a:avLst/>
          </a:prstGeom>
        </p:spPr>
      </p:pic>
      <p:pic>
        <p:nvPicPr>
          <p:cNvPr id="34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69758" y="3429000"/>
            <a:ext cx="637924" cy="347472"/>
          </a:xfrm>
          <a:prstGeom prst="rect">
            <a:avLst/>
          </a:prstGeom>
        </p:spPr>
      </p:pic>
      <p:sp>
        <p:nvSpPr>
          <p:cNvPr id="35" name="Text 13"/>
          <p:cNvSpPr/>
          <p:nvPr/>
        </p:nvSpPr>
        <p:spPr>
          <a:xfrm>
            <a:off x="2267712" y="3182112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gNB 1</a:t>
            </a:r>
            <a:endParaRPr lang="en-US" sz="1300" dirty="0"/>
          </a:p>
        </p:txBody>
      </p:sp>
      <p:sp>
        <p:nvSpPr>
          <p:cNvPr id="36" name="Text 14"/>
          <p:cNvSpPr/>
          <p:nvPr/>
        </p:nvSpPr>
        <p:spPr>
          <a:xfrm>
            <a:off x="8183880" y="3182112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gNB 2</a:t>
            </a:r>
            <a:endParaRPr lang="en-US" sz="1300" dirty="0"/>
          </a:p>
        </p:txBody>
      </p:sp>
      <p:sp>
        <p:nvSpPr>
          <p:cNvPr id="37" name="Text 15"/>
          <p:cNvSpPr/>
          <p:nvPr/>
        </p:nvSpPr>
        <p:spPr>
          <a:xfrm>
            <a:off x="1581912" y="118872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D268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NCR</a:t>
            </a:r>
            <a:endParaRPr lang="en-US" sz="1250" dirty="0"/>
          </a:p>
        </p:txBody>
      </p:sp>
      <p:sp>
        <p:nvSpPr>
          <p:cNvPr id="38" name="Text 16"/>
          <p:cNvSpPr/>
          <p:nvPr/>
        </p:nvSpPr>
        <p:spPr>
          <a:xfrm>
            <a:off x="5221224" y="120700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FWA CPE (cell edge)</a:t>
            </a:r>
            <a:endParaRPr lang="en-US" sz="1200" dirty="0"/>
          </a:p>
        </p:txBody>
      </p:sp>
      <p:sp>
        <p:nvSpPr>
          <p:cNvPr id="39" name="Text 17"/>
          <p:cNvSpPr/>
          <p:nvPr/>
        </p:nvSpPr>
        <p:spPr>
          <a:xfrm>
            <a:off x="256032" y="192024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NCR-relayed path</a:t>
            </a:r>
            <a:endParaRPr lang="en-US" sz="1200" dirty="0"/>
          </a:p>
        </p:txBody>
      </p:sp>
      <p:sp>
        <p:nvSpPr>
          <p:cNvPr id="40" name="Text 18"/>
          <p:cNvSpPr/>
          <p:nvPr/>
        </p:nvSpPr>
        <p:spPr>
          <a:xfrm>
            <a:off x="1737360" y="279806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weak direct path</a:t>
            </a:r>
            <a:endParaRPr lang="en-US" sz="1200" dirty="0"/>
          </a:p>
        </p:txBody>
      </p:sp>
      <p:sp>
        <p:nvSpPr>
          <p:cNvPr id="41" name="Text 19"/>
          <p:cNvSpPr/>
          <p:nvPr/>
        </p:nvSpPr>
        <p:spPr>
          <a:xfrm>
            <a:off x="2697480" y="100584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other-site interference (nulled)</a:t>
            </a:r>
            <a:endParaRPr lang="en-US" sz="1200" dirty="0"/>
          </a:p>
        </p:txBody>
      </p:sp>
      <p:sp>
        <p:nvSpPr>
          <p:cNvPr id="42" name="Text 20"/>
          <p:cNvSpPr/>
          <p:nvPr/>
        </p:nvSpPr>
        <p:spPr>
          <a:xfrm>
            <a:off x="7223760" y="1042416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desired FWA beam</a:t>
            </a:r>
            <a:endParaRPr lang="en-US" sz="1200" dirty="0"/>
          </a:p>
        </p:txBody>
      </p:sp>
      <p:sp>
        <p:nvSpPr>
          <p:cNvPr id="43" name="Text 21"/>
          <p:cNvSpPr/>
          <p:nvPr/>
        </p:nvSpPr>
        <p:spPr>
          <a:xfrm>
            <a:off x="4251960" y="365760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FWA CPE</a:t>
            </a:r>
            <a:endParaRPr lang="en-US" sz="1200" dirty="0"/>
          </a:p>
        </p:txBody>
      </p:sp>
      <p:sp>
        <p:nvSpPr>
          <p:cNvPr id="44" name="Text 22"/>
          <p:cNvSpPr/>
          <p:nvPr/>
        </p:nvSpPr>
        <p:spPr>
          <a:xfrm>
            <a:off x="274320" y="23774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Orthogonal OFDMA sub-bands</a:t>
            </a:r>
            <a:endParaRPr lang="en-US" sz="1100" dirty="0"/>
          </a:p>
        </p:txBody>
      </p:sp>
      <p:sp>
        <p:nvSpPr>
          <p:cNvPr id="45" name="Shape 23"/>
          <p:cNvSpPr/>
          <p:nvPr/>
        </p:nvSpPr>
        <p:spPr>
          <a:xfrm>
            <a:off x="365760" y="493776"/>
            <a:ext cx="841248" cy="192024"/>
          </a:xfrm>
          <a:prstGeom prst="rect">
            <a:avLst/>
          </a:prstGeom>
          <a:solidFill>
            <a:srgbClr val="3A4750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46" name="Shape 24"/>
          <p:cNvSpPr/>
          <p:nvPr/>
        </p:nvSpPr>
        <p:spPr>
          <a:xfrm>
            <a:off x="1261872" y="493776"/>
            <a:ext cx="932688" cy="192024"/>
          </a:xfrm>
          <a:prstGeom prst="rect">
            <a:avLst/>
          </a:prstGeom>
          <a:solidFill>
            <a:srgbClr val="0073BA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47" name="Text 25"/>
          <p:cNvSpPr/>
          <p:nvPr/>
        </p:nvSpPr>
        <p:spPr>
          <a:xfrm>
            <a:off x="256032" y="704088"/>
            <a:ext cx="1060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cellular UEs</a:t>
            </a:r>
            <a:endParaRPr lang="en-US" sz="950" dirty="0"/>
          </a:p>
        </p:txBody>
      </p:sp>
      <p:sp>
        <p:nvSpPr>
          <p:cNvPr id="48" name="Text 26"/>
          <p:cNvSpPr/>
          <p:nvPr/>
        </p:nvSpPr>
        <p:spPr>
          <a:xfrm>
            <a:off x="1216152" y="704088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FWA CPEs</a:t>
            </a:r>
            <a:endParaRPr lang="en-US" sz="950" dirty="0"/>
          </a:p>
        </p:txBody>
      </p:sp>
      <p:sp>
        <p:nvSpPr>
          <p:cNvPr id="49" name="Shape 27"/>
          <p:cNvSpPr/>
          <p:nvPr/>
        </p:nvSpPr>
        <p:spPr>
          <a:xfrm>
            <a:off x="365760" y="960120"/>
            <a:ext cx="1828800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50" name="Text 28"/>
          <p:cNvSpPr/>
          <p:nvPr/>
        </p:nvSpPr>
        <p:spPr>
          <a:xfrm>
            <a:off x="365760" y="9784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frequency</a:t>
            </a:r>
            <a:endParaRPr lang="en-US" sz="950" dirty="0"/>
          </a:p>
        </p:txBody>
      </p:sp>
      <p:pic>
        <p:nvPicPr>
          <p:cNvPr id="51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75488" y="4572000"/>
            <a:ext cx="274399" cy="347472"/>
          </a:xfrm>
          <a:prstGeom prst="rect">
            <a:avLst/>
          </a:prstGeom>
        </p:spPr>
      </p:pic>
      <p:sp>
        <p:nvSpPr>
          <p:cNvPr id="52" name="Text 29"/>
          <p:cNvSpPr/>
          <p:nvPr/>
        </p:nvSpPr>
        <p:spPr>
          <a:xfrm>
            <a:off x="850471" y="4663440"/>
            <a:ext cx="129836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gNB site</a:t>
            </a:r>
            <a:endParaRPr lang="en-US" sz="1050" dirty="0"/>
          </a:p>
        </p:txBody>
      </p:sp>
      <p:pic>
        <p:nvPicPr>
          <p:cNvPr id="53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185416" y="4572000"/>
            <a:ext cx="364533" cy="347472"/>
          </a:xfrm>
          <a:prstGeom prst="rect">
            <a:avLst/>
          </a:prstGeom>
        </p:spPr>
      </p:pic>
      <p:sp>
        <p:nvSpPr>
          <p:cNvPr id="54" name="Text 30"/>
          <p:cNvSpPr/>
          <p:nvPr/>
        </p:nvSpPr>
        <p:spPr>
          <a:xfrm>
            <a:off x="2650533" y="4663440"/>
            <a:ext cx="12082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Townhouse</a:t>
            </a:r>
            <a:endParaRPr lang="en-US" sz="1050" dirty="0"/>
          </a:p>
        </p:txBody>
      </p:sp>
      <p:pic>
        <p:nvPicPr>
          <p:cNvPr id="55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895344" y="4572000"/>
            <a:ext cx="231660" cy="347472"/>
          </a:xfrm>
          <a:prstGeom prst="rect">
            <a:avLst/>
          </a:prstGeom>
        </p:spPr>
      </p:pic>
      <p:sp>
        <p:nvSpPr>
          <p:cNvPr id="56" name="Text 31"/>
          <p:cNvSpPr/>
          <p:nvPr/>
        </p:nvSpPr>
        <p:spPr>
          <a:xfrm>
            <a:off x="4227588" y="4663440"/>
            <a:ext cx="13411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Single-family home</a:t>
            </a:r>
            <a:endParaRPr lang="en-US" sz="1050" dirty="0"/>
          </a:p>
        </p:txBody>
      </p:sp>
      <p:pic>
        <p:nvPicPr>
          <p:cNvPr id="57" name="Image 23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605272" y="4572000"/>
            <a:ext cx="387292" cy="347472"/>
          </a:xfrm>
          <a:prstGeom prst="rect">
            <a:avLst/>
          </a:prstGeom>
        </p:spPr>
      </p:pic>
      <p:sp>
        <p:nvSpPr>
          <p:cNvPr id="58" name="Text 32"/>
          <p:cNvSpPr/>
          <p:nvPr/>
        </p:nvSpPr>
        <p:spPr>
          <a:xfrm>
            <a:off x="6093148" y="4663440"/>
            <a:ext cx="11854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Office park</a:t>
            </a:r>
            <a:endParaRPr lang="en-US" sz="1050" dirty="0"/>
          </a:p>
        </p:txBody>
      </p:sp>
      <p:pic>
        <p:nvPicPr>
          <p:cNvPr id="59" name="Image 24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315200" y="4572000"/>
            <a:ext cx="329612" cy="347472"/>
          </a:xfrm>
          <a:prstGeom prst="rect">
            <a:avLst/>
          </a:prstGeom>
        </p:spPr>
      </p:pic>
      <p:sp>
        <p:nvSpPr>
          <p:cNvPr id="60" name="Text 33"/>
          <p:cNvSpPr/>
          <p:nvPr/>
        </p:nvSpPr>
        <p:spPr>
          <a:xfrm>
            <a:off x="7745396" y="4663440"/>
            <a:ext cx="12431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Rooftop FWA CPE</a:t>
            </a:r>
            <a:endParaRPr lang="en-US" sz="1050" dirty="0"/>
          </a:p>
        </p:txBody>
      </p:sp>
      <p:pic>
        <p:nvPicPr>
          <p:cNvPr id="61" name="Image 25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9025128" y="4572000"/>
            <a:ext cx="207302" cy="347472"/>
          </a:xfrm>
          <a:prstGeom prst="rect">
            <a:avLst/>
          </a:prstGeom>
        </p:spPr>
      </p:pic>
      <p:sp>
        <p:nvSpPr>
          <p:cNvPr id="62" name="Text 34"/>
          <p:cNvSpPr/>
          <p:nvPr/>
        </p:nvSpPr>
        <p:spPr>
          <a:xfrm>
            <a:off x="9333014" y="4663440"/>
            <a:ext cx="136546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Pedestrian UE</a:t>
            </a:r>
            <a:endParaRPr lang="en-US" sz="1050" dirty="0"/>
          </a:p>
        </p:txBody>
      </p:sp>
      <p:pic>
        <p:nvPicPr>
          <p:cNvPr id="63" name="Image 26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735056" y="4572000"/>
            <a:ext cx="637924" cy="347472"/>
          </a:xfrm>
          <a:prstGeom prst="rect">
            <a:avLst/>
          </a:prstGeom>
        </p:spPr>
      </p:pic>
      <p:sp>
        <p:nvSpPr>
          <p:cNvPr id="64" name="Text 35"/>
          <p:cNvSpPr/>
          <p:nvPr/>
        </p:nvSpPr>
        <p:spPr>
          <a:xfrm>
            <a:off x="11473564" y="4663440"/>
            <a:ext cx="9348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In-car UE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2026-08-12T10:28:23Z</dcterms:created>
  <dcterms:modified xsi:type="dcterms:W3CDTF">2026-08-12T10:28:23Z</dcterms:modified>
</cp:coreProperties>
</file>